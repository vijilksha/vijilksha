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8/6/2025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4837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8/6/2025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7052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8/6/2025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5922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8/6/2025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4695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8/6/2025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7465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8/6/2025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7878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8/6/2025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1305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8/6/2025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3805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8/6/2025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99587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8/6/2025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7554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8/6/2025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8097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8/6/2025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7377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19" r:id="rId6"/>
    <p:sldLayoutId id="2147483715" r:id="rId7"/>
    <p:sldLayoutId id="2147483716" r:id="rId8"/>
    <p:sldLayoutId id="2147483717" r:id="rId9"/>
    <p:sldLayoutId id="2147483718" r:id="rId10"/>
    <p:sldLayoutId id="214748372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5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2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pQVLOtuhvu4&amp;embeds_referring_euri=https%3A%2F%2Fchatgpt.com%2F&amp;source_ve_path=MA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4319C1-34C0-6A87-BC60-A4155B5AB9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639097"/>
            <a:ext cx="6253317" cy="3686015"/>
          </a:xfrm>
        </p:spPr>
        <p:txBody>
          <a:bodyPr>
            <a:normAutofit/>
          </a:bodyPr>
          <a:lstStyle/>
          <a:p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9E401C-7EE1-0193-D852-3B7251330C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9"/>
            <a:ext cx="6269347" cy="102149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Intro to cloud</a:t>
            </a:r>
            <a:endParaRPr lang="en-ID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16" name="Picture 15" descr="Colored pencils inside a pencil holder which is on top of a wood table">
            <a:extLst>
              <a:ext uri="{FF2B5EF4-FFF2-40B4-BE49-F238E27FC236}">
                <a16:creationId xmlns:a16="http://schemas.microsoft.com/office/drawing/2014/main" id="{830F8F27-6682-E87E-435C-4A370D5494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660" r="5223" b="-2"/>
          <a:stretch>
            <a:fillRect/>
          </a:stretch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65362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52BD35A-BC99-4831-A358-06E2CEB966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6E24C1-2968-40DC-A36E-F6B85F0F0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2732" y="521208"/>
            <a:ext cx="11146536" cy="5815584"/>
          </a:xfrm>
          <a:prstGeom prst="rect">
            <a:avLst/>
          </a:prstGeom>
          <a:solidFill>
            <a:srgbClr val="FFFFFF"/>
          </a:solidFill>
          <a:ln w="69850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ED505C-F363-2E9C-D459-83C52E2469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356" y="1707222"/>
            <a:ext cx="10337292" cy="343714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76C9129-E708-543A-B706-5A668C25BEDD}"/>
              </a:ext>
            </a:extLst>
          </p:cNvPr>
          <p:cNvSpPr txBox="1"/>
          <p:nvPr/>
        </p:nvSpPr>
        <p:spPr>
          <a:xfrm>
            <a:off x="4632290" y="744883"/>
            <a:ext cx="1959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Intro To New Slide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7725685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ECAC64-D0BC-2BBE-F1BC-7E91C36B4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E0B6AD9-047E-B153-1934-DA595E4703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609A7B0-E5B4-0A48-6BAE-F379835A50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2732" y="521208"/>
            <a:ext cx="11146536" cy="5815584"/>
          </a:xfrm>
          <a:prstGeom prst="rect">
            <a:avLst/>
          </a:prstGeom>
          <a:solidFill>
            <a:srgbClr val="FFFFFF"/>
          </a:solidFill>
          <a:ln w="69850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9746F0-8E71-E8E1-2A27-6972D5F129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256" y="1042654"/>
            <a:ext cx="5777241" cy="47869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D794923-BB0C-5D31-A4E0-28C4A76E7B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3653" y="1028365"/>
            <a:ext cx="4251328" cy="4801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039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B60D1B-2E24-077C-0BEF-5E6A49F34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10C65C-DD66-95A0-1E26-7EEF79B044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33" b="2"/>
          <a:stretch>
            <a:fillRect/>
          </a:stretch>
        </p:blipFill>
        <p:spPr>
          <a:xfrm>
            <a:off x="643467" y="643467"/>
            <a:ext cx="10905066" cy="505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1874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9B6117-A997-92AA-F827-9D3280CBA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0B7059C-4115-5F72-9547-CE1BD08D01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" b="10942"/>
          <a:stretch>
            <a:fillRect/>
          </a:stretch>
        </p:blipFill>
        <p:spPr>
          <a:xfrm>
            <a:off x="643467" y="643467"/>
            <a:ext cx="10905066" cy="505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9747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10C6FB-4EEF-8AEC-7954-EA9BE6A87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2D7C3C2-AD9F-CCCA-E07D-1EBD72E7C8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0967" y="1004549"/>
            <a:ext cx="4216400" cy="48489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0A37AB9-28EC-A14E-5DE6-FD50697B04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1864" y="1128391"/>
            <a:ext cx="4694564" cy="4601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616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0F3E86-BCAF-68C0-5B78-E76326418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9731EC0-EC0C-A38D-308E-44B33E33512B}"/>
              </a:ext>
            </a:extLst>
          </p:cNvPr>
          <p:cNvSpPr txBox="1"/>
          <p:nvPr/>
        </p:nvSpPr>
        <p:spPr>
          <a:xfrm>
            <a:off x="3047163" y="3108347"/>
            <a:ext cx="60943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How To Run Pulsar Locally. Getting Started with Apache Pulsar Using Docker Compose - YouTube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97249509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Bembo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 Nova Light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23</Words>
  <Application>Microsoft Office PowerPoint</Application>
  <PresentationFormat>Widescreen</PresentationFormat>
  <Paragraphs>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 Nova Light</vt:lpstr>
      <vt:lpstr>Bembo</vt:lpstr>
      <vt:lpstr>Calibri</vt:lpstr>
      <vt:lpstr>RetrospectVTI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V, Vijayalakshmi (Cognizant)</dc:creator>
  <cp:lastModifiedBy>V, Vijayalakshmi (Cognizant)</cp:lastModifiedBy>
  <cp:revision>3</cp:revision>
  <dcterms:created xsi:type="dcterms:W3CDTF">2025-08-06T00:31:13Z</dcterms:created>
  <dcterms:modified xsi:type="dcterms:W3CDTF">2025-08-06T01:30:11Z</dcterms:modified>
</cp:coreProperties>
</file>