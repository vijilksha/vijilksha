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Concepts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WebDriver Training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Shadow DOM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provides encapsulation for web components, isolating elements from main DOM.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Shadow DOM - Accessible via element.shadowRoot, Selenium can interact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Shadow DOM - shadowRoot returns null, very difficult to automate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locators cannot find elements inside Shadow DOM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get shadow root first, then find elements within it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 modern web frameworks and custom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- Selenium 4 Native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4 provides native getShadowRoot() method. First find shadow host element. Get shadow root as SearchContext. Then find elements inside shadow DOM using standard locators.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Shadow DOM Selenium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07792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 4 - Native Shadow DOM support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WebElement shadowHost = driver.findElement(By.cssSelector("custom-element"));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shadow root (returns SearchContext)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SearchContext shadowRoot = shadowHost.getShadowRoot();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elements inside shadow DOM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WebElement shadowInput = shadowRoot.findElement(By.cssSelector("input"));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WebElement shadowButton = shadowRoot.findElement(By.cssSelector("button"));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Interact with shadow elements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shadowInput.sendKeys("Text in Shadow DOM");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shadowButton.click();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multiple elements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List&lt;WebElement&gt; items = shadowRoot.findElements(By.cssSelector("li"));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Shadow DOM Handling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deeply nested shadow DOMs, traverse level by level. Get shadow root at each level. Find next host element within shadow root. Repeat until reaching target element.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Nested Shadow DOM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Nested Shadow DOM traversal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WebElement getNestedShadowElement()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Level 1: Outer component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WebElement outerHost = driver.findElement(By.cssSelector("outer-component"));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SearchContext outerShadow = outerHost.getShadowRoot();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Level 2: Inner component inside outer's shadow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WebElement innerHost = outerShadow.findElement(By.cssSelector("inner-component"));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SearchContext innerShadow = innerHost.getShadowRoot();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Level 3: Target element in innermost shadow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WebElement targetElement = innerShadow.findElement(By.cssSelector(".target"));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targetElement;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traversal method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WebElement traverseShadowDOM(String... selectors)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SearchContext context = driver;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selectors.length - 1;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WebElement host = context.findElement(By.cssSelector(selectors[i]));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 = host.getShadowRoot();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context.findElement(By.cssSelector(selectors[selectors.length - 1]));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- JavaScript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Selenium 3 or complex scenarios, use JavaScriptExecutor. executeScript() can access shadowRoot property. querySelector inside shadow root finds elements. Works with both Selenium 3 and 4.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JavaScript Shadow DOM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ShadowDOMHandler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JavascriptExecutor js;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ShadowDOMHandler(WebDriver driver)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this.js = (JavascriptExecutor) driver;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 shadow root using JavaScript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WebElement getShadowRoot(WebElement host)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(WebElement) js.executeScript(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"return arguments[0].shadowRoot", host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Find element in shadow DOM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WebElement findInShadow(WebElement shadowRoot, String css)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(WebElement) js.executeScript(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"return arguments[0].querySelector(arguments[1])",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shadowRoot, css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One-liner for simple shadow access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WebElement getShadowElement(String hostCss, String elementCss)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(WebElement) js.executeScript(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"return document.querySelector('" + hostCss + "')"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".shadowRoot.querySelector('" + elementCss + "')"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Browser Execution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mode runs browser without UI. Faster execution, ideal for CI/CD.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--headless=new for Chrome 109+ (improved headless mode)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window size explicitly: --window-size=1920,1080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--no-sandbox and --disable-dev-shm-usage for Docker/CI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still work in headless mode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servers without display (Jenkins, GitHub Actions)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Configuration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headless mode with browser options. Chrome uses --headless=new for new mode. Firefox uses -headless. Set window size explicitly. Add anti-detection options.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Headless Configuration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Chrome Headless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 chromeOptions = new ChromeOptions();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chromeOptions.addArguments("--headless=new");       // New headless mode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chromeOptions.addArguments("--window-size=1920,1080");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chromeOptions.addArguments("--disable-gpu");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chromeOptions.addArguments("--no-sandbox");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chromeOptions.addArguments("--disable-dev-shm-usage");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Prevent detection as headless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chromeOptions.addArguments("--disable-blink-features=AutomationControlled");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 driver = new ChromeDriver(chromeOptions);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Firefox Headless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FirefoxOptions ffOptions = new FirefoxOptions();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ffOptions.addArguments("-headless");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ffOptions.addArguments("--width=1920");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ffOptions.addArguments("--height=1080");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 driver = new FirefoxDriver(ffOptions);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Edge Headless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EdgeOptions edgeOptions = new EdgeOptions();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edgeOptions.addArguments("--headless=new");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 driver = new EdgeDriver(edgeOptions);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DevTools Protocol (CDP)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4 provides native CDP integration for advanced browser control.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interception and monitoring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log capture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collection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condition emulation (slow 3G, offline)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 mocking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emulation for mobile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 - Network &amp; Console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class provides CDP access. Enable Log domain to capture console. Enable Network domain for request monitoring. Add listeners for events. Useful for debugging and performance testing.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CDP Network &amp; Console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ChromeDriver driver = new ChromeDriver();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devTools = driver.getDevTools();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devTools.createSession();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 console logs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devTools.send(Log.enable());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devTools.addListener(Log.entryAdded(), entry -&gt;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System.out.println("Console [" + entry.getLevel() + "]: " + entry.getText());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Monitor network requests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devTools.send(Network.enable(Optional.empty(), Optional.empty(), Optional.empty()));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devTools.addListener(Network.requestWillBeSent(), request -&gt;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System.out.println("Request: " + request.getRequest().getUrl());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devTools.addListener(Network.responseReceived(), response -&gt;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System.out.println("Response: " + response.getResponse().getStatus());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driver.get("https://www.coursera.org");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 - Network Throttling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 slow network conditions for testing. Set latency, download/upload speeds. Test application behavior on slow networks. Useful for performance and UX testing.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Network Throttling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ChromeDriver driver = new ChromeDriver();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devTools = driver.getDevTools();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devTools.createSession();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Enable network domain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devTools.send(Network.enable(Optional.empty(), Optional.empty(), Optional.empty()));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Simulate slow 3G network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devTools.send(Network.emulateNetworkConditions(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false,           // offline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100,             // latency (ms)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750 * 1024 / 8,  // download throughput (bytes/sec) - 750 kbps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250 * 1024 / 8,  // upload throughput (bytes/sec) - 250 kbps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Optional.of(ConnectionType.CELLULAR3G)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page load on slow network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startTime = System.currentTimeMillis();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driver.get("https://www.coursera.org");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loadTime = System.currentTimeMillis() - startTime;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System.out.println("Page load time on 3G: " + loadTime + "ms");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 maintain session state. getCookies() retrieves all. addCookie() creates new cookie with builder. deleteCookieNamed() removes specific cookie. Useful for bypassing login in tests.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Cookie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all cookies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Set&lt;Cookie&gt; cookies = driver.manage().getCookies();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(Cookie cookie : cookies)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System.out.println(cookie.getName() + " = " + cookie.getValue());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specific cookie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 sessionCookie = driver.manage().getCookieNamed("session_id");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System.out.println("Session: " + sessionCookie.getValue());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cookie (e.g., to bypass login)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 authCookie = new Cookie.Builder("auth_token", "abc123xyz")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.domain(".coursera.org")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.path("/")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.isSecure(true)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.expiresOn(new Date(System.currentTimeMillis() + 3600000))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driver.manage().addCookie(authCookie);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driver.navigate().refresh();  // Reload with new cookie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cookies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driver.manage().deleteCookieNamed("promo_shown");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driver.manage().deleteAllCookies();  // Clear all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&amp; Session Storage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browser storage via JavaScriptExecutor. localStorage persists across sessions. sessionStorage cleared when tab closes. Useful for testing storage-dependent features.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Browser Storage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JavascriptExecutor js = (JavascriptExecutor) driver;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localStorage item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token = (String) js.executeScript(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 localStorage.getItem('authToken');"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localStorage item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js.executeScript(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"localStorage.setItem('userPrefs', JSON.stringify({theme: 'dark'}));"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localStorage item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js.executeScript("localStorage.removeItem('tempData');");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Clear all localStorage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js.executeScript("localStorage.clear();");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storage (same API)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js.executeScript("sessionStorage.setItem('pageVisited', 'true');");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visited = (String) js.executeScript(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 sessionStorage.getItem('pageVisited');"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Web Emulation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Code Explanation: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DevTools can emulate mobile devices. Set device metrics for screen size. Enable touch events. Set mobile user agent. Useful for responsive design testing.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Mobile Emulation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ChromeDriver driver = new ChromeDriver();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devTools = driver.getDevTools();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devTools.createSession();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Emulate iPhone 12 Pro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devTools.send(Emulation.setDeviceMetricsOverride(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390,              // width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844,              // height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3,                // deviceScaleFactor (retina)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true,             // mobile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scale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screenWidth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screenHeight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positionX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positionY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dontSetVisibleSize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screenOrientation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// viewport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  // displayFeature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mobile user agent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devTools.send(Emulation.setUserAgentOverride(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"Mozilla/5.0 (iPhone; CPU iPhone OS 14_0 like Mac OS X)...",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Optional.empty(), Optional.empty(), Optional.empty()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driver.get("https://www.coursera.org");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Concepts Summary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Method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Shadow DOM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components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getShadowRoot()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Headless Mode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 pipelines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--headless=new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CDP Network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Network.enable()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CDP Console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Debug logging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Log.enable()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Cookies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manage().getCookies()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 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Emulation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Responsive 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setDeviceMetricsOverride()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Section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Concepts - Completed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Concepts</dc:title>
  <dc:subject>Selenium WebDriver Training</dc:subject>
  <dc:creator>Selenium Training Platform</dc:creator>
  <cp:lastModifiedBy>Selenium Training Platform</cp:lastModifiedBy>
  <cp:revision>1</cp:revision>
  <dcterms:created xsi:type="dcterms:W3CDTF">2026-01-01T11:27:51Z</dcterms:created>
  <dcterms:modified xsi:type="dcterms:W3CDTF">2026-01-01T11:27:51Z</dcterms:modified>
</cp:coreProperties>
</file>